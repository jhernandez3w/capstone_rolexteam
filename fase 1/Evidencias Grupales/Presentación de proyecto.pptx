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Roboto"/>
      <p:regular r:id="rId14"/>
      <p:bold r:id="rId15"/>
      <p:italic r:id="rId16"/>
      <p:boldItalic r:id="rId17"/>
    </p:embeddedFont>
    <p:embeddedFont>
      <p:font typeface="Merriweather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erriweather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Merriweather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bold.fntdata"/><Relationship Id="rId14" Type="http://schemas.openxmlformats.org/officeDocument/2006/relationships/font" Target="fonts/Roboto-regular.fntdata"/><Relationship Id="rId17" Type="http://schemas.openxmlformats.org/officeDocument/2006/relationships/font" Target="fonts/Roboto-boldItalic.fntdata"/><Relationship Id="rId16" Type="http://schemas.openxmlformats.org/officeDocument/2006/relationships/font" Target="fonts/Roboto-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Merriweather-bold.fntdata"/><Relationship Id="rId6" Type="http://schemas.openxmlformats.org/officeDocument/2006/relationships/slide" Target="slides/slide1.xml"/><Relationship Id="rId18" Type="http://schemas.openxmlformats.org/officeDocument/2006/relationships/font" Target="fonts/Merriweath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82e0dbace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82e0dbace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82e0dbace1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82e0dbace1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82e0dbace1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82e0dbace1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82e0dbace1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82e0dbace1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82e0dbace1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82e0dbace1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82e0dbace1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82e0dbace1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82e0dbace1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82e0dbace1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rect b="b" l="l" r="r" t="t"/>
            <a:pathLst>
              <a:path extrusionOk="0" h="175975" w="172545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ctrTitle"/>
          </p:nvPr>
        </p:nvSpPr>
        <p:spPr>
          <a:xfrm>
            <a:off x="354350" y="596050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Presentación</a:t>
            </a:r>
            <a:r>
              <a:rPr lang="es"/>
              <a:t> del </a:t>
            </a:r>
            <a:r>
              <a:rPr lang="es"/>
              <a:t>proyecto</a:t>
            </a:r>
            <a:endParaRPr/>
          </a:p>
        </p:txBody>
      </p:sp>
      <p:sp>
        <p:nvSpPr>
          <p:cNvPr id="65" name="Google Shape;65;p13"/>
          <p:cNvSpPr txBox="1"/>
          <p:nvPr>
            <p:ph idx="1" type="subTitle"/>
          </p:nvPr>
        </p:nvSpPr>
        <p:spPr>
          <a:xfrm>
            <a:off x="6143875" y="3865275"/>
            <a:ext cx="28287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chemeClr val="lt1"/>
                </a:solidFill>
              </a:rPr>
              <a:t>Nombres:</a:t>
            </a:r>
            <a:r>
              <a:rPr lang="es">
                <a:solidFill>
                  <a:schemeClr val="lt1"/>
                </a:solidFill>
              </a:rPr>
              <a:t>Ronald Navarro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1"/>
                </a:solidFill>
              </a:rPr>
              <a:t>                   Patricio Luna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1"/>
                </a:solidFill>
              </a:rPr>
              <a:t>	      Javier Hernandez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Descripción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800"/>
              <a:t>El proyecto se basa en un e-commerce de relojes, en donde se les permitirá a los usuarios explorar productos, agregar productos al carrito, eliminar productos del carrito. Tendrá un inicio de sesión en donde se puedan registrar usuarios nuevos y esta incluirá una plataforma de pago.</a:t>
            </a:r>
            <a:endParaRPr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Frontend</a:t>
            </a:r>
            <a:endParaRPr/>
          </a:p>
        </p:txBody>
      </p:sp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0938" y="659173"/>
            <a:ext cx="1528599" cy="1528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6700" y="579988"/>
            <a:ext cx="1094950" cy="16869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5" title="Unofficial_JavaScript_logo_2.svg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84400" y="2731900"/>
            <a:ext cx="1577452" cy="15774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Backend</a:t>
            </a:r>
            <a:endParaRPr/>
          </a:p>
        </p:txBody>
      </p:sp>
      <p:pic>
        <p:nvPicPr>
          <p:cNvPr id="85" name="Google Shape;8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1825" y="571775"/>
            <a:ext cx="1731575" cy="173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 title="Daco_208141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44625" y="511913"/>
            <a:ext cx="1847450" cy="185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59675" y="2571750"/>
            <a:ext cx="1533732" cy="1731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 title="Daco_4590307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66126" y="2462149"/>
            <a:ext cx="2204451" cy="21819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Base de Datos</a:t>
            </a:r>
            <a:endParaRPr/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3025" y="655000"/>
            <a:ext cx="4820976" cy="3213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Flujo de desarrollo</a:t>
            </a:r>
            <a:endParaRPr/>
          </a:p>
        </p:txBody>
      </p:sp>
      <p:sp>
        <p:nvSpPr>
          <p:cNvPr id="100" name="Google Shape;100;p18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Planificación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Configuración de entorno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Desarrollo Frontend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Desarrollo Backend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Integración</a:t>
            </a:r>
            <a:endParaRPr sz="2500"/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ts val="2500"/>
              <a:buChar char="-"/>
            </a:pPr>
            <a:r>
              <a:rPr lang="es" sz="2500"/>
              <a:t>Despliegue</a:t>
            </a:r>
            <a:endParaRPr sz="25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9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Inspiración</a:t>
            </a:r>
            <a:endParaRPr/>
          </a:p>
        </p:txBody>
      </p:sp>
      <p:pic>
        <p:nvPicPr>
          <p:cNvPr id="106" name="Google Shape;10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3038" y="1982275"/>
            <a:ext cx="4865874" cy="2644874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 txBox="1"/>
          <p:nvPr/>
        </p:nvSpPr>
        <p:spPr>
          <a:xfrm>
            <a:off x="4531613" y="160075"/>
            <a:ext cx="4448700" cy="18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Acá tenemos una imagen que tomamos como inspiración visual que presenta un estilo y funcionalidades que puede tener nuestro proyecto.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Así lucen los e-commerce de relojes líderes del mercado, nuestro proyecto busca ofrecer una experiencia similar pero adaptada a nuestro estilo.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Metodología</a:t>
            </a:r>
            <a:r>
              <a:rPr lang="es"/>
              <a:t> </a:t>
            </a:r>
            <a:r>
              <a:rPr lang="es"/>
              <a:t>Ágil</a:t>
            </a:r>
            <a:r>
              <a:rPr lang="es"/>
              <a:t> Scrum</a:t>
            </a:r>
            <a:endParaRPr/>
          </a:p>
        </p:txBody>
      </p:sp>
      <p:sp>
        <p:nvSpPr>
          <p:cNvPr id="113" name="Google Shape;113;p20"/>
          <p:cNvSpPr txBox="1"/>
          <p:nvPr>
            <p:ph idx="1" type="body"/>
          </p:nvPr>
        </p:nvSpPr>
        <p:spPr>
          <a:xfrm>
            <a:off x="4644675" y="500925"/>
            <a:ext cx="4166400" cy="114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Como equipo escogimos la </a:t>
            </a:r>
            <a:r>
              <a:rPr lang="es"/>
              <a:t>metodología</a:t>
            </a:r>
            <a:r>
              <a:rPr lang="es"/>
              <a:t> </a:t>
            </a:r>
            <a:r>
              <a:rPr lang="es"/>
              <a:t>ágil</a:t>
            </a:r>
            <a:r>
              <a:rPr lang="es"/>
              <a:t> scrum por que nos permite flexibilidad, mejora continua, entregas rapidas. Permitiendo que se desarrolle con calidad y de forma ágil</a:t>
            </a:r>
            <a:endParaRPr/>
          </a:p>
        </p:txBody>
      </p:sp>
      <p:pic>
        <p:nvPicPr>
          <p:cNvPr id="114" name="Google Shape;11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0500" y="1646775"/>
            <a:ext cx="4478376" cy="33955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